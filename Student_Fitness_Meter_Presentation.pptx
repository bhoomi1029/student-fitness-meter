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Typical Batch Risk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AT RISK</c:v>
                </c:pt>
                <c:pt idx="2">
                  <c:v>MODERATE</c:v>
                </c:pt>
                <c:pt idx="3">
                  <c:v>FIT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</c:v>
                </c:pt>
                <c:pt idx="1">
                  <c:v>18</c:v>
                </c:pt>
                <c:pt idx="2">
                  <c:v>32</c:v>
                </c:pt>
                <c:pt idx="3">
                  <c:v>42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0D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2B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2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2B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8B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Viva /20</c:v>
                  </c:pt>
                  <c:pt idx="1">
                    <c:v>Assignment /20</c:v>
                  </c:pt>
                  <c:pt idx="2">
                    <c:v>CIE-1 /50</c:v>
                  </c:pt>
                  <c:pt idx="3">
                    <c:v>CIE-2 /50</c:v>
                  </c:pt>
                  <c:pt idx="4">
                    <c:v>Lab /50</c:v>
                  </c:pt>
                  <c:pt idx="5">
                    <c:v>Attendance 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4.7</c:v>
                </c:pt>
                <c:pt idx="2">
                  <c:v>6.5</c:v>
                </c:pt>
                <c:pt idx="3">
                  <c:v>9.2</c:v>
                </c:pt>
                <c:pt idx="4">
                  <c:v>9.3</c:v>
                </c:pt>
                <c:pt idx="5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VTU · B.E. Robotics &amp; Artificial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Fitness Meter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8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Warning System for At-Risk Students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560320" cy="1234440"/>
          </a:xfrm>
          <a:prstGeom prst="rect">
            <a:avLst/>
          </a:prstGeom>
          <a:solidFill>
            <a:srgbClr val="102E5C"/>
          </a:solidFill>
          <a:ln w="19050">
            <a:solidFill>
              <a:srgbClr val="1A56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560320" cy="1234440"/>
          </a:xfrm>
          <a:prstGeom prst="rect">
            <a:avLst/>
          </a:prstGeom>
          <a:solidFill>
            <a:srgbClr val="102E5C"/>
          </a:solidFill>
          <a:ln w="19050">
            <a:solidFill>
              <a:srgbClr val="1A56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560320" cy="1234440"/>
          </a:xfrm>
          <a:prstGeom prst="rect">
            <a:avLst/>
          </a:prstGeom>
          <a:solidFill>
            <a:srgbClr val="102E5C"/>
          </a:solidFill>
          <a:ln w="19050">
            <a:solidFill>
              <a:srgbClr val="1A56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Batch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ML Engine · AI Analysis ·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Fail — Not for Lack of Ability, But for Lack of Warning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student reaches failure undetected: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81965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" y="2020824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83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965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misses classes — no alert triggered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" y="2596896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drops below 75% threshold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97180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3172968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9352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118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CIE-1 results compiled — faculty notices low marks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54787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3749040"/>
            <a:ext cx="0" cy="3474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112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3694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flags student — but recovery is now impossible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412394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87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4270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fails, loses SEE eligibility, backlogs subject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931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4904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SEE Disqualification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17647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 attendance = barred from Semester End Exam. Mathematical impossibility after Week 8.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587752"/>
            <a:ext cx="3931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2660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Dual-Pass Rule Ignored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2935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marks (≥20/50) must pass independently. Students discover this only after results.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758184"/>
            <a:ext cx="3931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38313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Cascade Backlogs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10565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semester delays projects, internships, and graduation by a full year.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VTU tool combines attendance + CIE + lab + assignments into a single, real-time risk signal for faculty.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Identify Every At-Risk Student in Under 4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Scenario: Faculty exports the semester marks CSV from the internal system and uploads it — the entire batch is analysed instantly.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93392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1993392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All 40–60 students. Attendance, CIE-1, CIE-2, lab, assignment, viva — per subject.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993392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920240"/>
            <a:ext cx="1993392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9385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Sort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scored 0–100. Batch sorted into CRITICAL → AT RISK → MODERATE → FIT in milliseconds.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1993392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20240"/>
            <a:ext cx="1993392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385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Student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name. Get full AI-written analysis: what's wrong, why it's happening, what to 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920240"/>
            <a:ext cx="1993392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920240"/>
            <a:ext cx="1993392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385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8346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counselling slot. Print the 4-week plan. Assign peer mentor. All from one screen.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Faculty spend their time on counselling — not on spreadsheet detective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Own Your Academic Health, Before It Owns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sees — without waiting for faculty: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Live Fitness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0–100 score with risk band — FIT, MODERATE, AT RISK, or CRITICAL.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50592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96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Subject-by-Subject Breakdown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52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which subject is dragging them down and by how much.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9544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552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AI-Written Personal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advice — specific numbers: 'You need 14 more classes to reach 75%.'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68496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014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4-Week Improvement Plan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actions, ranked by which subject needs the most urgent attention.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353312"/>
            <a:ext cx="3931920" cy="205740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4630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Gap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810512"/>
            <a:ext cx="356616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tool, a struggling student had two choices: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Wait until CIE results come out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Ask the faculty — who may not have time to check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early enough to matter.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393192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611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Trajectory Projection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91363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4-week plan?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Score: +22 pts  ·  Attendance: +12%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Average: +9 marks  ·  ML outcome: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Students act on their own trajectory — not after the fact, but while there's still 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/ Programme Coordinator: Class-Level Health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Batch Report answers three questions instantly: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73152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class in attendance danger?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average attendance tiered: CRITICAL (&lt;70%), WARNING (&lt;78%), HEALTHY (≥78%). CRITICAL triggers a class-level emergency flag, not just individual counselling.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06624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24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fail?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999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ML-predicted FAIL students with individual P_FAIL percentages. Not guesses — probabilities derived from 3 years of real VTU outcome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7315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712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faculty do next?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9867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action list: which students need personal meetings, which need formal mentor assignment, and a 4-week batch remediation plan with week-by-week faculty actions.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846320" y="132588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One report replaces three spreadsheets, four register books, and a two-hour faculty meeting.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'AI Analysis' Actually Mean for a Real Student?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286000" cy="4114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01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Average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2128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6243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17/50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035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472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4472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858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41/100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70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2702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1325880"/>
            <a:ext cx="2971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34640" y="1325880"/>
            <a:ext cx="297180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344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1709928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attended 68% of classes. You need 14 more classes to reach 75% eligibility. If you attend every remaining class this semester, your maximum achievable attendance is 79% — recovery is still possible, but only with perfect attendance from today."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3044952"/>
            <a:ext cx="2971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34640" y="3044952"/>
            <a:ext cx="297180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0632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42900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lab score (17/50) is significantly below your CIE average (22/50). This is a theory-practice disconnect — understanding content in lectures does not automatically translate to executing it under exam conditions. Targeted lab practice, not more revision, is the fix."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325880"/>
            <a:ext cx="2971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1325880"/>
            <a:ext cx="2971800" cy="32004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344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Interpretation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1709928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predicts AT RISK with 52% probability. The next 4 weeks of academic behaviour will determine the outcome. Students in this probability band who increased attendance by ≥12% and completed pending assignments moved to PASS in 61% of historical cases."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044952"/>
            <a:ext cx="2971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3044952"/>
            <a:ext cx="2971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30632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Action Plan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42900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"Day 1–2: Collect all CIE answer papers. Day 3: Attend open lab session for weak experiments. Day 4: Submit 2 pending assignments. Day 5: Book faculty mentor meeting. Target: attend all 5 classes this week without exception."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references the student's real numbers. No generic advice. No templates. All rule-based, all offline.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Real Outcomes — Not Assumptions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188720"/>
            <a:ext cx="32918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188720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0992" y="12252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650992" y="159105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drives prediction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50992" y="179222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38/50 CIE but 63% attendance = FAIL. Learned from real data, not a rule.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450592"/>
            <a:ext cx="32918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450592"/>
            <a:ext cx="73152" cy="1115568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650992" y="28529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 accuracy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50992" y="305409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VTU RAI records, 3 cohorts. CV: 93.1%. Tested on 30 unseen records.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3712464"/>
            <a:ext cx="32918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3712464"/>
            <a:ext cx="73152" cy="111556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labels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650992" y="41148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AT RISK · FAIL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50992" y="431596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probability triplet + HIGH / MEDIUM / LOW confidence per prediction.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dependencies. Runs in-browser in under 1ms per student. No API. No server. No cost.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VTU-Affiliated Department Can Deploy This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5 minutes, no IT team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7190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single HTML file to GitHub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249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GitHub Pages — site is live in 60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7797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register, upload their CSV, and begin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6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310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with USN — data auto-matched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840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database. No IT procurement needed.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browser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18105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Safari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143000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15544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capable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18105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calls during operation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221992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3134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37760" y="2633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UI themes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8895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choose their preferred look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221992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23134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49440" y="2633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backup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28895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tracked &amp; exportable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300984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339242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📆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37760" y="37124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calendar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39684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scheduling, conflict detection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3300984"/>
            <a:ext cx="1874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49440" y="339242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49440" y="37124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39684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.sfmbak snapshots for device portability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file. Any device. Any institution. Zero infrastructure cost.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99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find at-risk students after CIE results — too 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0992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099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know every at-risk student the day data is uploaded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07408" y="1709928"/>
            <a:ext cx="329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023360" cy="530352"/>
          </a:xfrm>
          <a:prstGeom prst="rect">
            <a:avLst/>
          </a:prstGeom>
          <a:solidFill>
            <a:srgbClr val="0D2B5E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discover their risk at results — after the semester 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530352"/>
          </a:xfrm>
          <a:prstGeom prst="rect">
            <a:avLst/>
          </a:prstGeom>
          <a:solidFill>
            <a:srgbClr val="0D2B5E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their risk score, analysis, and plan — any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07408" y="2304288"/>
            <a:ext cx="329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986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cross-referencing of registers, spreadsheets, mark lists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9864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8986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CSV upload. One dashboard. Full batch ranked by risk.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07408" y="2898648"/>
            <a:ext cx="329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4023360" cy="530352"/>
          </a:xfrm>
          <a:prstGeom prst="rect">
            <a:avLst/>
          </a:prstGeom>
          <a:solidFill>
            <a:srgbClr val="0D2B5E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930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advice: 'Attend more classes, study harder'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493008"/>
            <a:ext cx="4023360" cy="530352"/>
          </a:xfrm>
          <a:prstGeom prst="rect">
            <a:avLst/>
          </a:prstGeom>
          <a:solidFill>
            <a:srgbClr val="0D2B5E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930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 'You need 14 classes. Your lab needs deliberate practice.'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07408" y="3493008"/>
            <a:ext cx="329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" y="408736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873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trail for HOD / examination 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4023360" cy="530352"/>
          </a:xfrm>
          <a:prstGeom prst="rect">
            <a:avLst/>
          </a:prstGeom>
          <a:solidFill>
            <a:srgbClr val="0B2250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0873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log of every counselling action and plan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07408" y="4087368"/>
            <a:ext cx="329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F8B7E"/>
          </a:solidFill>
          <a:ln w="12700">
            <a:solidFill>
              <a:srgbClr val="0F8B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Fitness Meter  ·  VTU B.E. RAI  ·  Built for the classroom. Designed to save a semester.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Fitness Meter — Use Cases &amp; Capabilities</dc:title>
  <dc:subject>PptxGenJS Presentation</dc:subject>
  <dc:creator>PptxGenJS</dc:creator>
  <cp:lastModifiedBy>PptxGenJS</cp:lastModifiedBy>
  <cp:revision>1</cp:revision>
  <dcterms:created xsi:type="dcterms:W3CDTF">2026-06-03T02:05:02Z</dcterms:created>
  <dcterms:modified xsi:type="dcterms:W3CDTF">2026-06-03T02:05:02Z</dcterms:modified>
</cp:coreProperties>
</file>